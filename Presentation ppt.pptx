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3" r:id="rId5"/>
    <p:sldId id="274" r:id="rId6"/>
    <p:sldId id="270" r:id="rId7"/>
    <p:sldId id="269" r:id="rId8"/>
    <p:sldId id="268" r:id="rId9"/>
    <p:sldId id="267" r:id="rId10"/>
    <p:sldId id="266" r:id="rId11"/>
    <p:sldId id="272" r:id="rId12"/>
    <p:sldId id="275" r:id="rId13"/>
    <p:sldId id="276" r:id="rId14"/>
    <p:sldId id="277" r:id="rId15"/>
    <p:sldId id="278" r:id="rId16"/>
    <p:sldId id="260" r:id="rId17"/>
    <p:sldId id="259" r:id="rId18"/>
    <p:sldId id="26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AB06DDD-73BA-4732-8C44-98169E2C8D15}" name="Mohanapriya P" initials="MP" userId="540665417c7505b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C2A4C-A136-BAAE-A145-AC8656AAE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241F0-841C-73B1-3B5C-7EAD45189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EACAE-6302-4EB9-3DB1-0735891CA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5B3-71C6-4CD4-8AB6-79EED62C3B9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7A6B4-037C-8B30-FEA8-8A3E7361A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5EB41-6E6F-00B2-E003-FEA6833F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A5B9-F9EF-45A6-9443-02CAE73AF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027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320F2-585D-C1CC-5044-684F2A374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A52C2-18B9-2B8D-EA84-8389FDC40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36A02-A4C9-540D-F23B-D332EA905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5B3-71C6-4CD4-8AB6-79EED62C3B9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B8CD3-429D-3606-6D99-865F858C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FE83B-0A33-BCF7-A5D8-CD8835C78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A5B9-F9EF-45A6-9443-02CAE73AF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462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063F-E5F9-CAE6-45BE-66FD68EE9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154C0-BDB2-AD47-8885-708F48CA2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73763-BFDE-2311-13D5-6E4AFC1C0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5B3-71C6-4CD4-8AB6-79EED62C3B9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0931A-B3A7-E772-AE95-820B1A1D2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3C6E5-3C3B-9E86-2993-D0C91867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A5B9-F9EF-45A6-9443-02CAE73AF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846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1DC49-88DB-E334-7DDF-D0817ADE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37649-F1AE-21A1-4021-C335F691F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704B1-7206-B6E0-D1AA-0352CE9F4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E5F8B-850B-7688-06CC-EA195AB25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5B3-71C6-4CD4-8AB6-79EED62C3B9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1105B-0C43-45D1-B9E0-46AEC3B32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42D70-FC1C-2158-5CE0-C244D3E5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A5B9-F9EF-45A6-9443-02CAE73AF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26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2E52B-FA92-EC7F-75F7-F9E84492A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0D8FD-6C69-2A2C-2F0C-A62879716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D9979-08BC-729F-F796-B2CD1F9E4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46BB0D-B558-1408-1BC4-9BE8543A69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1EE53-3422-5C89-8045-67CA6EE9E1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F027F3-189A-C97C-A994-DEEB0DB2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5B3-71C6-4CD4-8AB6-79EED62C3B9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A92C81-015F-5FDC-C58E-E1086532C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BDD8A4-E343-19CD-2A4B-C5BD7D87D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A5B9-F9EF-45A6-9443-02CAE73AF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152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F8A38-2A01-FC0F-E6DF-95CFBB7AD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71F8EE-A8CD-0851-511E-852C6536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5B3-71C6-4CD4-8AB6-79EED62C3B9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972B5C-7B2C-0494-CE56-0E5499CBD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BF8C2-EC6F-D359-A7CB-35379478E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A5B9-F9EF-45A6-9443-02CAE73AF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87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263BB9-8BAA-2637-3950-B3877A43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5B3-71C6-4CD4-8AB6-79EED62C3B9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9353AF-0555-9D13-97D6-39824BFAA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24FEE-ACC4-A252-D281-6063C9E0E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A5B9-F9EF-45A6-9443-02CAE73AF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383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166F0-0D57-2524-6561-44D45430B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7A37B-0953-3B4D-0B1E-2011F7209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236A2-BD7B-E74A-7019-904EB0C63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1F23D-6441-9030-5023-544446EF9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5B3-71C6-4CD4-8AB6-79EED62C3B9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18C98-3086-E38F-FE2D-537AB9268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64965-326A-CE71-5791-49B5B9048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A5B9-F9EF-45A6-9443-02CAE73AF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099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C395E-3CBF-6605-0724-7AA62694B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CB643B-E3B2-7435-A30B-3972D43DDE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542E0C-E78D-026F-F8B4-3C24F750A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41463-9351-3F97-B412-BBF8C2783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5B3-71C6-4CD4-8AB6-79EED62C3B9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BE340-ABDF-4D8A-0BC5-E8675C498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26482-3C27-1052-86C3-53D2173CD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A5B9-F9EF-45A6-9443-02CAE73AF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66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49028-73B1-8582-7744-56FC3B666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1FB93-64C8-440B-B39B-DB85D6AEB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9C40A-49B4-8897-4942-1C3EA6BF5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5B3-71C6-4CD4-8AB6-79EED62C3B9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9D863-1944-DB17-306F-BB0CE5284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C7C26-44BC-0675-39A2-DC67DD594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A5B9-F9EF-45A6-9443-02CAE73AF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594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9A9DBF-C182-03E4-F3E2-B5DB3E85CB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9044B-06FC-9866-AA35-5180BCCD6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B19D2-A931-9816-13A8-AA0716F47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65B3-71C6-4CD4-8AB6-79EED62C3B9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CE905-A16B-EB6C-1C53-57ADB4BDE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1EA8-1577-87E7-4F45-2DD19D9D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DA5B9-F9EF-45A6-9443-02CAE73AF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054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C9251C-9B16-448D-3F54-863A3C652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63967-6519-1C57-80CF-E2F475E97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7AF0F-44C0-5DF3-E630-6213E4B1B1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E65B3-71C6-4CD4-8AB6-79EED62C3B96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9F448-4923-8881-57B1-3E88058A75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90BF3-4B59-D84C-5064-DF604AE79B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4DA5B9-F9EF-45A6-9443-02CAE73AF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943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ind list of Niit in Anna Nagar ...">
            <a:extLst>
              <a:ext uri="{FF2B5EF4-FFF2-40B4-BE49-F238E27FC236}">
                <a16:creationId xmlns:a16="http://schemas.microsoft.com/office/drawing/2014/main" id="{808F0FA3-F227-C609-4430-4E18745A2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1"/>
            <a:ext cx="1888760" cy="76449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F20E051-A49C-0495-C753-AAD3B86B3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30442"/>
            <a:ext cx="11947160" cy="508534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IN" sz="4800" b="1" u="sng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CapstoneProject-5</a:t>
            </a:r>
          </a:p>
          <a:p>
            <a:pPr>
              <a:lnSpc>
                <a:spcPct val="120000"/>
              </a:lnSpc>
            </a:pPr>
            <a:r>
              <a:rPr lang="en-IN" sz="4800" b="1" u="sng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(Building Responsive and Interactive Webpages)</a:t>
            </a:r>
          </a:p>
          <a:p>
            <a:pPr>
              <a:lnSpc>
                <a:spcPct val="120000"/>
              </a:lnSpc>
            </a:pPr>
            <a:endParaRPr lang="en-IN" sz="4800" b="1" u="sng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IN" sz="4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Town Trek – Local Guide Web Platform</a:t>
            </a:r>
          </a:p>
          <a:p>
            <a:pPr algn="r">
              <a:lnSpc>
                <a:spcPct val="120000"/>
              </a:lnSpc>
            </a:pPr>
            <a:endParaRPr lang="en-IN" sz="4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</a:pPr>
            <a:r>
              <a:rPr lang="en-IN" sz="4300" b="1" u="sng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r">
              <a:lnSpc>
                <a:spcPct val="120000"/>
              </a:lnSpc>
            </a:pPr>
            <a:r>
              <a:rPr lang="en-IN" sz="35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MOHANAPRIYA  P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BB028B4B-5FC2-D749-B972-A8BF694F62D9}"/>
              </a:ext>
            </a:extLst>
          </p:cNvPr>
          <p:cNvSpPr txBox="1">
            <a:spLocks/>
          </p:cNvSpPr>
          <p:nvPr/>
        </p:nvSpPr>
        <p:spPr>
          <a:xfrm>
            <a:off x="4889291" y="6295869"/>
            <a:ext cx="1888760" cy="3897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1</a:t>
            </a:r>
          </a:p>
        </p:txBody>
      </p:sp>
    </p:spTree>
    <p:extLst>
      <p:ext uri="{BB962C8B-B14F-4D97-AF65-F5344CB8AC3E}">
        <p14:creationId xmlns:p14="http://schemas.microsoft.com/office/powerpoint/2010/main" val="2439869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232E-E039-5DFC-FAE2-152A1F828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812" y="1019332"/>
            <a:ext cx="11068987" cy="7645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TECHNIQUES:</a:t>
            </a:r>
            <a:endParaRPr lang="en-IN" sz="32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141C3-D811-EA52-75B9-64767453A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812" y="2038666"/>
            <a:ext cx="11662348" cy="4167262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Travelers rely on physical information kiosks, printed guidebooks, brochure pamphlets, or static paper maps provided by local tourism boards. 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Maps: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search for places using general-purpose tools like Google, TripAdvisor, or social media platforms (Instagram)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Informal Local Communication 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Tourists rely on word-of-mouth recommendations from hotel staff, taxi drivers, or informal forums.</a:t>
            </a:r>
          </a:p>
        </p:txBody>
      </p:sp>
      <p:pic>
        <p:nvPicPr>
          <p:cNvPr id="5" name="Picture 4" descr="Find list of Niit in Anna Nagar ...">
            <a:extLst>
              <a:ext uri="{FF2B5EF4-FFF2-40B4-BE49-F238E27FC236}">
                <a16:creationId xmlns:a16="http://schemas.microsoft.com/office/drawing/2014/main" id="{661130D8-A927-3527-EED6-4D0D54215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1"/>
            <a:ext cx="1888760" cy="76449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D33AE2C0-B49A-49D2-9A2A-3AED8532033B}"/>
              </a:ext>
            </a:extLst>
          </p:cNvPr>
          <p:cNvSpPr txBox="1">
            <a:spLocks/>
          </p:cNvSpPr>
          <p:nvPr/>
        </p:nvSpPr>
        <p:spPr>
          <a:xfrm>
            <a:off x="4736891" y="6400799"/>
            <a:ext cx="188876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2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A27BEC5-A804-290D-259F-C319ECC5E256}"/>
              </a:ext>
            </a:extLst>
          </p:cNvPr>
          <p:cNvSpPr txBox="1">
            <a:spLocks/>
          </p:cNvSpPr>
          <p:nvPr/>
        </p:nvSpPr>
        <p:spPr>
          <a:xfrm>
            <a:off x="134911" y="14990"/>
            <a:ext cx="9668656" cy="764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Town Trek – Local Guide Web Platform</a:t>
            </a:r>
          </a:p>
        </p:txBody>
      </p:sp>
    </p:spTree>
    <p:extLst>
      <p:ext uri="{BB962C8B-B14F-4D97-AF65-F5344CB8AC3E}">
        <p14:creationId xmlns:p14="http://schemas.microsoft.com/office/powerpoint/2010/main" val="2933359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7F630-615E-E0D9-D5BF-4074797D7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656" y="1169234"/>
            <a:ext cx="9428813" cy="644578"/>
          </a:xfrm>
        </p:spPr>
        <p:txBody>
          <a:bodyPr>
            <a:norm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E0456-3CD6-2513-56FA-7371191DF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813" y="2021304"/>
            <a:ext cx="11662347" cy="4169633"/>
          </a:xfrm>
        </p:spPr>
        <p:txBody>
          <a:bodyPr>
            <a:normAutofit lnSpcReduction="10000"/>
          </a:bodyPr>
          <a:lstStyle/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Local Guide Hub: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Connects travellers directly with verified local guides and curated spots through a single, easy-to-use web platform.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&amp; Dynamic Exploration: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real-time map navigation, smart filters (by interest),and customized itinerary planning.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Booking &amp; Communication: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users to seamlessly book local guides, schedule tours, and contact hosts directly without switching apps.</a:t>
            </a:r>
          </a:p>
          <a:p>
            <a:endParaRPr lang="en-IN" dirty="0"/>
          </a:p>
        </p:txBody>
      </p:sp>
      <p:pic>
        <p:nvPicPr>
          <p:cNvPr id="5" name="Picture 4" descr="Find list of Niit in Anna Nagar ...">
            <a:extLst>
              <a:ext uri="{FF2B5EF4-FFF2-40B4-BE49-F238E27FC236}">
                <a16:creationId xmlns:a16="http://schemas.microsoft.com/office/drawing/2014/main" id="{B4B0376E-1456-5DF5-A828-89B512288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1"/>
            <a:ext cx="1888760" cy="76449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EBDB6AFD-F343-FEC1-AC8D-ECD9970FF2D0}"/>
              </a:ext>
            </a:extLst>
          </p:cNvPr>
          <p:cNvSpPr txBox="1">
            <a:spLocks/>
          </p:cNvSpPr>
          <p:nvPr/>
        </p:nvSpPr>
        <p:spPr>
          <a:xfrm>
            <a:off x="4736891" y="6400799"/>
            <a:ext cx="188876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3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EC7B1BE-F247-12FF-5153-9133EAD984A6}"/>
              </a:ext>
            </a:extLst>
          </p:cNvPr>
          <p:cNvSpPr txBox="1">
            <a:spLocks/>
          </p:cNvSpPr>
          <p:nvPr/>
        </p:nvSpPr>
        <p:spPr>
          <a:xfrm>
            <a:off x="244840" y="32083"/>
            <a:ext cx="9668656" cy="764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Town Trek – Local Guide Web Platform</a:t>
            </a:r>
          </a:p>
        </p:txBody>
      </p:sp>
    </p:spTree>
    <p:extLst>
      <p:ext uri="{BB962C8B-B14F-4D97-AF65-F5344CB8AC3E}">
        <p14:creationId xmlns:p14="http://schemas.microsoft.com/office/powerpoint/2010/main" val="3332711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E7AF7-46C3-A90F-FAA2-0AEC66349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843" y="898358"/>
            <a:ext cx="9448799" cy="57199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6FD05-8992-B486-D81A-64B1311B5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843" y="1604211"/>
            <a:ext cx="11662610" cy="4355431"/>
          </a:xfrm>
        </p:spPr>
        <p:txBody>
          <a:bodyPr>
            <a:normAutofit fontScale="25000" lnSpcReduction="20000"/>
          </a:bodyPr>
          <a:lstStyle/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Semantic HTML5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CSS and Bootstrap Grid System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 DOM Manipulation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Axios for HTTP Requests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Async/Await for Asynchronous Code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Json-server for Local Mock REST API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 Validation with Alert Messages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Client-Side Filtering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Responsive Web Design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Accessible UI/UX</a:t>
            </a:r>
          </a:p>
          <a:p>
            <a:endParaRPr lang="en-IN" dirty="0"/>
          </a:p>
        </p:txBody>
      </p:sp>
      <p:pic>
        <p:nvPicPr>
          <p:cNvPr id="5" name="Picture 4" descr="Find list of Niit in Anna Nagar ...">
            <a:extLst>
              <a:ext uri="{FF2B5EF4-FFF2-40B4-BE49-F238E27FC236}">
                <a16:creationId xmlns:a16="http://schemas.microsoft.com/office/drawing/2014/main" id="{03ECCE41-24AA-0228-8693-D9F9F49CC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1"/>
            <a:ext cx="1888760" cy="76449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0D5F79C-F2E1-41D4-C25C-30DD309B5228}"/>
              </a:ext>
            </a:extLst>
          </p:cNvPr>
          <p:cNvSpPr txBox="1">
            <a:spLocks/>
          </p:cNvSpPr>
          <p:nvPr/>
        </p:nvSpPr>
        <p:spPr>
          <a:xfrm>
            <a:off x="4736891" y="6400799"/>
            <a:ext cx="188876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4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6CA8B96-0455-11D7-375F-37506070DB21}"/>
              </a:ext>
            </a:extLst>
          </p:cNvPr>
          <p:cNvSpPr txBox="1">
            <a:spLocks/>
          </p:cNvSpPr>
          <p:nvPr/>
        </p:nvSpPr>
        <p:spPr>
          <a:xfrm>
            <a:off x="244840" y="32083"/>
            <a:ext cx="9668656" cy="764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Town Trek – Local Guide Web Platform</a:t>
            </a:r>
          </a:p>
        </p:txBody>
      </p:sp>
    </p:spTree>
    <p:extLst>
      <p:ext uri="{BB962C8B-B14F-4D97-AF65-F5344CB8AC3E}">
        <p14:creationId xmlns:p14="http://schemas.microsoft.com/office/powerpoint/2010/main" val="611153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5AA49-4413-D50E-22F1-71E989AC8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1BACE-C5AA-CB66-0493-E12EA47DB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843" y="898358"/>
            <a:ext cx="9448799" cy="571993"/>
          </a:xfrm>
        </p:spPr>
        <p:txBody>
          <a:bodyPr>
            <a:normAutofit fontScale="90000"/>
          </a:bodyPr>
          <a:lstStyle/>
          <a:p>
            <a:r>
              <a:rPr lang="en-IN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3CF8A-177E-1221-13D5-6F7AA5E68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843" y="1572127"/>
            <a:ext cx="11662610" cy="4387515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 descr="Find list of Niit in Anna Nagar ...">
            <a:extLst>
              <a:ext uri="{FF2B5EF4-FFF2-40B4-BE49-F238E27FC236}">
                <a16:creationId xmlns:a16="http://schemas.microsoft.com/office/drawing/2014/main" id="{5CFC1A7F-C020-4779-132F-2FD6E43F6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1"/>
            <a:ext cx="1888760" cy="76449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2F07EF93-9DF7-FB8F-058D-795896FBC98A}"/>
              </a:ext>
            </a:extLst>
          </p:cNvPr>
          <p:cNvSpPr txBox="1">
            <a:spLocks/>
          </p:cNvSpPr>
          <p:nvPr/>
        </p:nvSpPr>
        <p:spPr>
          <a:xfrm>
            <a:off x="4736891" y="6400799"/>
            <a:ext cx="188876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5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00E1B7D-343F-E726-0EDF-2BFD0C7A398A}"/>
              </a:ext>
            </a:extLst>
          </p:cNvPr>
          <p:cNvSpPr txBox="1">
            <a:spLocks/>
          </p:cNvSpPr>
          <p:nvPr/>
        </p:nvSpPr>
        <p:spPr>
          <a:xfrm>
            <a:off x="244840" y="32083"/>
            <a:ext cx="9668656" cy="764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Town Trek – Local Guide Web Platform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0CB50D-2F7E-A1A8-7C4E-073EFFF6EA00}"/>
              </a:ext>
            </a:extLst>
          </p:cNvPr>
          <p:cNvSpPr/>
          <p:nvPr/>
        </p:nvSpPr>
        <p:spPr>
          <a:xfrm>
            <a:off x="4219073" y="1604212"/>
            <a:ext cx="3481137" cy="10587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2318BB-4BBD-9810-DF1A-EEF3C06CD929}"/>
              </a:ext>
            </a:extLst>
          </p:cNvPr>
          <p:cNvSpPr/>
          <p:nvPr/>
        </p:nvSpPr>
        <p:spPr>
          <a:xfrm>
            <a:off x="4475747" y="1767826"/>
            <a:ext cx="3064041" cy="7696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fffy</a:t>
            </a:r>
            <a:r>
              <a:rPr lang="en-IN" sz="2000" b="1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Town-trek-basic/</a:t>
            </a:r>
            <a:endParaRPr lang="en-IN" sz="2000" b="1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F7E2A26-65F9-FD30-99A5-4CFF5E7FC690}"/>
              </a:ext>
            </a:extLst>
          </p:cNvPr>
          <p:cNvCxnSpPr>
            <a:cxnSpLocks/>
          </p:cNvCxnSpPr>
          <p:nvPr/>
        </p:nvCxnSpPr>
        <p:spPr>
          <a:xfrm>
            <a:off x="5775158" y="2662990"/>
            <a:ext cx="0" cy="2630905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35796C9-A46E-1BFB-A44A-8DB5456611D9}"/>
              </a:ext>
            </a:extLst>
          </p:cNvPr>
          <p:cNvCxnSpPr>
            <a:cxnSpLocks/>
          </p:cNvCxnSpPr>
          <p:nvPr/>
        </p:nvCxnSpPr>
        <p:spPr>
          <a:xfrm>
            <a:off x="5775158" y="3491163"/>
            <a:ext cx="1235242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7BDBD9F-A400-A809-86BA-38E6E14AF59B}"/>
              </a:ext>
            </a:extLst>
          </p:cNvPr>
          <p:cNvCxnSpPr>
            <a:cxnSpLocks/>
          </p:cNvCxnSpPr>
          <p:nvPr/>
        </p:nvCxnSpPr>
        <p:spPr>
          <a:xfrm>
            <a:off x="5783179" y="4461710"/>
            <a:ext cx="1235242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CD08CD3-B9BD-103F-649A-D3F4C6D6B77D}"/>
              </a:ext>
            </a:extLst>
          </p:cNvPr>
          <p:cNvCxnSpPr>
            <a:cxnSpLocks/>
          </p:cNvCxnSpPr>
          <p:nvPr/>
        </p:nvCxnSpPr>
        <p:spPr>
          <a:xfrm>
            <a:off x="5775158" y="5293895"/>
            <a:ext cx="1235242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2CE9E98D-4CA1-6992-5296-F922C0D8713B}"/>
              </a:ext>
            </a:extLst>
          </p:cNvPr>
          <p:cNvSpPr/>
          <p:nvPr/>
        </p:nvSpPr>
        <p:spPr>
          <a:xfrm>
            <a:off x="7018420" y="3096126"/>
            <a:ext cx="2895069" cy="8462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Iiiiiii</a:t>
            </a:r>
            <a:r>
              <a:rPr lang="en-IN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index.html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B0F141-B6D9-7B26-10CB-A1CD0C36910F}"/>
              </a:ext>
            </a:extLst>
          </p:cNvPr>
          <p:cNvSpPr/>
          <p:nvPr/>
        </p:nvSpPr>
        <p:spPr>
          <a:xfrm>
            <a:off x="7010398" y="4061459"/>
            <a:ext cx="2903093" cy="7912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db.json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3B207C-6C49-2C86-94C3-CB1C39C3DB22}"/>
              </a:ext>
            </a:extLst>
          </p:cNvPr>
          <p:cNvSpPr/>
          <p:nvPr/>
        </p:nvSpPr>
        <p:spPr>
          <a:xfrm>
            <a:off x="7010398" y="4971848"/>
            <a:ext cx="2903098" cy="7912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App.js</a:t>
            </a:r>
          </a:p>
        </p:txBody>
      </p:sp>
    </p:spTree>
    <p:extLst>
      <p:ext uri="{BB962C8B-B14F-4D97-AF65-F5344CB8AC3E}">
        <p14:creationId xmlns:p14="http://schemas.microsoft.com/office/powerpoint/2010/main" val="3773281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12A63-33B5-EE65-C7C1-821D58AC7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54F19-1530-61A4-BC3F-BA9D4B1CF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499"/>
            <a:ext cx="10515600" cy="898360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Db.json (Database file)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8FF18-5D6F-30E6-A6B5-1CF68EE14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10" y="1528998"/>
            <a:ext cx="11523690" cy="1519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file stores JSON data. json-server reads this file and turns it into a live API endpoint (http://localhost:3000/places).</a:t>
            </a:r>
          </a:p>
        </p:txBody>
      </p:sp>
      <p:pic>
        <p:nvPicPr>
          <p:cNvPr id="5" name="Picture 4" descr="Find list of Niit in Anna Nagar ...">
            <a:extLst>
              <a:ext uri="{FF2B5EF4-FFF2-40B4-BE49-F238E27FC236}">
                <a16:creationId xmlns:a16="http://schemas.microsoft.com/office/drawing/2014/main" id="{EB9AF299-C948-83C7-F30A-52773F07F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1"/>
            <a:ext cx="1888760" cy="764499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144C96EE-425E-5D0D-471F-5088020646F9}"/>
              </a:ext>
            </a:extLst>
          </p:cNvPr>
          <p:cNvSpPr txBox="1">
            <a:spLocks/>
          </p:cNvSpPr>
          <p:nvPr/>
        </p:nvSpPr>
        <p:spPr>
          <a:xfrm>
            <a:off x="4736891" y="6400799"/>
            <a:ext cx="188876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6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21D1569-CA97-ADBC-873E-A36CCFAF3387}"/>
              </a:ext>
            </a:extLst>
          </p:cNvPr>
          <p:cNvSpPr txBox="1">
            <a:spLocks/>
          </p:cNvSpPr>
          <p:nvPr/>
        </p:nvSpPr>
        <p:spPr>
          <a:xfrm>
            <a:off x="244840" y="32083"/>
            <a:ext cx="9668656" cy="764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Town Trek – Local Guide Web Platform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42DE0E-E0E6-D96E-359B-5089A1A0F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254" y="2653266"/>
            <a:ext cx="8438146" cy="353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91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35117-22DA-E042-DE7C-4ED1B3D29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1276C-F8B0-FBF2-B1D4-69D4E41F6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9490"/>
            <a:ext cx="10515600" cy="724452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Index.html (Webpage Structure)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49E91-551D-F41C-D1D5-5A2215B05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43990"/>
            <a:ext cx="11642360" cy="463297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file builds the page layout: Header, Hero banner, Filter dropdown, Card list container, and Form fields.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&amp; CSS section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CSS layout</a:t>
            </a:r>
          </a:p>
          <a:p>
            <a:pPr marL="0" indent="0">
              <a:buNone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Find list of Niit in Anna Nagar ...">
            <a:extLst>
              <a:ext uri="{FF2B5EF4-FFF2-40B4-BE49-F238E27FC236}">
                <a16:creationId xmlns:a16="http://schemas.microsoft.com/office/drawing/2014/main" id="{4BBFF5DE-CD6D-F73F-AAD2-A00C7B256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1"/>
            <a:ext cx="1888760" cy="764499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FA83F8BA-D9AA-9911-3250-0FF5ACAD8315}"/>
              </a:ext>
            </a:extLst>
          </p:cNvPr>
          <p:cNvSpPr txBox="1">
            <a:spLocks/>
          </p:cNvSpPr>
          <p:nvPr/>
        </p:nvSpPr>
        <p:spPr>
          <a:xfrm>
            <a:off x="4736891" y="6400799"/>
            <a:ext cx="188876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7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73FC727-E4F2-9818-CA62-7A62161089A4}"/>
              </a:ext>
            </a:extLst>
          </p:cNvPr>
          <p:cNvSpPr txBox="1">
            <a:spLocks/>
          </p:cNvSpPr>
          <p:nvPr/>
        </p:nvSpPr>
        <p:spPr>
          <a:xfrm>
            <a:off x="244840" y="32083"/>
            <a:ext cx="9668656" cy="764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Town Trek – Local Guide Web Platform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AFFE05-BA21-E4BD-AC67-B72164276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80" y="3216862"/>
            <a:ext cx="4900467" cy="25101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C0834A-AF3B-F91D-126E-89ACA35D1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426" y="3072543"/>
            <a:ext cx="6582694" cy="310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325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AB6CF-131F-EEBE-0F4C-8655389A7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256D-E327-E73D-1FF3-5EDF19BB5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498"/>
            <a:ext cx="10515600" cy="48778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Content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8E63-9BB5-6FD8-388E-244C17D5F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316851"/>
            <a:ext cx="11774904" cy="4827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header&gt;: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top dark bar containing website name (&lt;h1&gt;)  and three anchor links (&lt;nav&gt;)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b="1" dirty="0"/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&lt;section id="home"&gt;: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Welcome box with heading and introduction text.</a:t>
            </a:r>
          </a:p>
          <a:p>
            <a:pPr lvl="0"/>
            <a:r>
              <a:rPr lang="en-IN" sz="1800" b="1" dirty="0"/>
              <a:t>&lt;select id="categoryFilter"&gt;</a:t>
            </a:r>
            <a:r>
              <a:rPr lang="en-IN" sz="1800" dirty="0"/>
              <a:t>: Dropdown menu where users pick categories. JavaScript monitors this element ID to filter items.</a:t>
            </a:r>
          </a:p>
          <a:p>
            <a:pPr lvl="0"/>
            <a:r>
              <a:rPr lang="en-IN" sz="1800" b="1" dirty="0"/>
              <a:t>&lt;div id="placesContainer"&gt;&lt;/div&gt;</a:t>
            </a:r>
            <a:r>
              <a:rPr lang="en-IN" sz="1800" dirty="0"/>
              <a:t>: </a:t>
            </a:r>
            <a:r>
              <a:rPr lang="en-IN" sz="1800" b="1" dirty="0"/>
              <a:t>Key element!</a:t>
            </a:r>
            <a:r>
              <a:rPr lang="en-IN" sz="1800" dirty="0"/>
              <a:t> Starts empty. JavaScript inserts card items inside this div dynamically.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Find list of Niit in Anna Nagar ...">
            <a:extLst>
              <a:ext uri="{FF2B5EF4-FFF2-40B4-BE49-F238E27FC236}">
                <a16:creationId xmlns:a16="http://schemas.microsoft.com/office/drawing/2014/main" id="{B2C5FBDF-B1D6-74DD-0C0F-CFAF3A5A9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1"/>
            <a:ext cx="1888760" cy="764499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A2A7EC23-4588-3EBD-199C-5DDA3DE5962C}"/>
              </a:ext>
            </a:extLst>
          </p:cNvPr>
          <p:cNvSpPr txBox="1">
            <a:spLocks/>
          </p:cNvSpPr>
          <p:nvPr/>
        </p:nvSpPr>
        <p:spPr>
          <a:xfrm>
            <a:off x="4736891" y="6400799"/>
            <a:ext cx="188876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8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17A42D8-8FB6-8DE0-5F25-CA8F0DD31DC5}"/>
              </a:ext>
            </a:extLst>
          </p:cNvPr>
          <p:cNvSpPr txBox="1">
            <a:spLocks/>
          </p:cNvSpPr>
          <p:nvPr/>
        </p:nvSpPr>
        <p:spPr>
          <a:xfrm>
            <a:off x="244840" y="32083"/>
            <a:ext cx="9668656" cy="764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Town Trek – Local Guide Web Platform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2C87E2-ECB8-A272-388E-88C0F7FB7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03" y="3643195"/>
            <a:ext cx="3107697" cy="20998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4197D8-0244-D48B-B110-F3FD6ED26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937" y="3244317"/>
            <a:ext cx="7910139" cy="296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51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9E534-D44D-768A-1FEC-254A262AF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7ED4A-2EB7-D011-C126-43C6C786B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967" y="796583"/>
            <a:ext cx="11373853" cy="5106912"/>
          </a:xfrm>
        </p:spPr>
        <p:txBody>
          <a:bodyPr/>
          <a:lstStyle/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&lt;form id="addPlaceForm"&gt;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Collects user input data.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input has a unique id attribute (placeName, category, image, location, description) so JavaScript can extract its text value.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 descr="Find list of Niit in Anna Nagar ...">
            <a:extLst>
              <a:ext uri="{FF2B5EF4-FFF2-40B4-BE49-F238E27FC236}">
                <a16:creationId xmlns:a16="http://schemas.microsoft.com/office/drawing/2014/main" id="{3C8DF9ED-250A-AD85-9C7A-B6D51D898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1"/>
            <a:ext cx="1888760" cy="764499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B637DF1E-5EB3-A15F-B1AE-1723D298ACE6}"/>
              </a:ext>
            </a:extLst>
          </p:cNvPr>
          <p:cNvSpPr txBox="1">
            <a:spLocks/>
          </p:cNvSpPr>
          <p:nvPr/>
        </p:nvSpPr>
        <p:spPr>
          <a:xfrm>
            <a:off x="4736891" y="6400799"/>
            <a:ext cx="188876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9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FBFFFFB-98C5-6029-725F-40987FA26D7F}"/>
              </a:ext>
            </a:extLst>
          </p:cNvPr>
          <p:cNvSpPr txBox="1">
            <a:spLocks/>
          </p:cNvSpPr>
          <p:nvPr/>
        </p:nvSpPr>
        <p:spPr>
          <a:xfrm>
            <a:off x="244840" y="32083"/>
            <a:ext cx="9668656" cy="764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Town Trek – Local Guide Web Platform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DCF1B76-F220-58B6-8A27-7A0029C08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817" y="1850779"/>
            <a:ext cx="9538963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402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E9BEE-D60E-7BB8-8CD6-3A306832E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D1C7C-D8AA-24A4-5351-B9C74F888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674" y="914400"/>
            <a:ext cx="11690486" cy="5454315"/>
          </a:xfrm>
        </p:spPr>
        <p:txBody>
          <a:bodyPr/>
          <a:lstStyle/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Axios Script Tag: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Loads the external Axios library so we can make HTTP requests (axios.get, axios.post).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app.js Script Tag: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Loads our custom JavaScript logic. Must be placed at the bottom so HTML elements exist before JavaScript targets them.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 descr="Find list of Niit in Anna Nagar ...">
            <a:extLst>
              <a:ext uri="{FF2B5EF4-FFF2-40B4-BE49-F238E27FC236}">
                <a16:creationId xmlns:a16="http://schemas.microsoft.com/office/drawing/2014/main" id="{E60F0CC3-517D-D46E-EEFD-660CC1709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1"/>
            <a:ext cx="1888760" cy="764499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6AE6674D-2A8A-6DF3-45D3-78776D6B55C5}"/>
              </a:ext>
            </a:extLst>
          </p:cNvPr>
          <p:cNvSpPr txBox="1">
            <a:spLocks/>
          </p:cNvSpPr>
          <p:nvPr/>
        </p:nvSpPr>
        <p:spPr>
          <a:xfrm>
            <a:off x="4736891" y="6400799"/>
            <a:ext cx="188876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10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68F1BCF-DCDD-6BA0-0F0B-133BCDDCBA34}"/>
              </a:ext>
            </a:extLst>
          </p:cNvPr>
          <p:cNvSpPr txBox="1">
            <a:spLocks/>
          </p:cNvSpPr>
          <p:nvPr/>
        </p:nvSpPr>
        <p:spPr>
          <a:xfrm>
            <a:off x="244840" y="32083"/>
            <a:ext cx="9668656" cy="764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Town Trek – Local Guide Web Platform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60F85B-EF79-45AF-5575-A15F15ACD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758" y="2950897"/>
            <a:ext cx="7571874" cy="210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719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425DF-90BD-5159-D052-16DFF288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E9CD9-8AB0-C777-94A0-F5DDC372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9490"/>
            <a:ext cx="10515600" cy="593003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Execution &amp;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CEDAC-7011-41E1-7658-F222A2317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755" y="1511904"/>
            <a:ext cx="11562149" cy="4696391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setup &amp; variable Bindings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 API_URL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Stores the backend database address.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placesList = []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Global empty array used to hold places fetched from json-server.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document.getElementById(...)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Grabs target HTML elements from index.html and saves them into memory variables for interaction.</a:t>
            </a:r>
          </a:p>
          <a:p>
            <a:pPr marL="0" indent="0">
              <a:buNone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Find list of Niit in Anna Nagar ...">
            <a:extLst>
              <a:ext uri="{FF2B5EF4-FFF2-40B4-BE49-F238E27FC236}">
                <a16:creationId xmlns:a16="http://schemas.microsoft.com/office/drawing/2014/main" id="{F2BD5A6D-841C-F388-DDA4-00DE4604C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1"/>
            <a:ext cx="1888760" cy="76449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3EE4C23F-B60B-79F0-CF83-B5D712410811}"/>
              </a:ext>
            </a:extLst>
          </p:cNvPr>
          <p:cNvSpPr txBox="1">
            <a:spLocks/>
          </p:cNvSpPr>
          <p:nvPr/>
        </p:nvSpPr>
        <p:spPr>
          <a:xfrm>
            <a:off x="4736891" y="6400799"/>
            <a:ext cx="188876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11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CBA2453-404C-5332-15FF-5B573BD156A8}"/>
              </a:ext>
            </a:extLst>
          </p:cNvPr>
          <p:cNvSpPr txBox="1">
            <a:spLocks/>
          </p:cNvSpPr>
          <p:nvPr/>
        </p:nvSpPr>
        <p:spPr>
          <a:xfrm>
            <a:off x="244840" y="32083"/>
            <a:ext cx="9668656" cy="764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Town Trek – Local Guide Web Platform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C0DD50-24C7-92C0-B791-46442988E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610" y="3604508"/>
            <a:ext cx="8879305" cy="247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309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BE21A-F25D-2795-A61B-97437D225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20D29-5FB1-BADA-7272-319F88F0E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9490"/>
            <a:ext cx="10515600" cy="593003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Execution &amp;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C2DB1-256D-B30D-FC8E-1A0F23394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755" y="1511904"/>
            <a:ext cx="11562149" cy="4696391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Function 1: getPlaces() — Fetches Data from Server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Sends an asynchronous GET request to json-server to fetch saved place records.</a:t>
            </a:r>
          </a:p>
          <a:p>
            <a:pPr marL="0" indent="0">
              <a:buNone/>
            </a:pP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Find list of Niit in Anna Nagar ...">
            <a:extLst>
              <a:ext uri="{FF2B5EF4-FFF2-40B4-BE49-F238E27FC236}">
                <a16:creationId xmlns:a16="http://schemas.microsoft.com/office/drawing/2014/main" id="{1C2867FA-4296-0E70-0D90-82BCB594C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1"/>
            <a:ext cx="1888760" cy="76449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2CDE11CA-F6CE-C20E-11CA-FAAC05C729F4}"/>
              </a:ext>
            </a:extLst>
          </p:cNvPr>
          <p:cNvSpPr txBox="1">
            <a:spLocks/>
          </p:cNvSpPr>
          <p:nvPr/>
        </p:nvSpPr>
        <p:spPr>
          <a:xfrm>
            <a:off x="4736891" y="6400799"/>
            <a:ext cx="188876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12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BC5635A-6DE6-C78C-CE06-30121E992C8D}"/>
              </a:ext>
            </a:extLst>
          </p:cNvPr>
          <p:cNvSpPr txBox="1">
            <a:spLocks/>
          </p:cNvSpPr>
          <p:nvPr/>
        </p:nvSpPr>
        <p:spPr>
          <a:xfrm>
            <a:off x="244840" y="32083"/>
            <a:ext cx="9668656" cy="764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Town Trek – Local Guide Web Platform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1C3B92-F9D9-AA0D-C6AA-00A5D58B6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500" y="2514881"/>
            <a:ext cx="8197899" cy="356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15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4BF37-2B4D-6615-5196-246744F76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26458-AA5B-6721-B41F-8AB47771A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9490"/>
            <a:ext cx="10515600" cy="593003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Execution &amp;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32D4-1AE5-5C84-A99C-A86BE86FA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755" y="1511904"/>
            <a:ext cx="11562149" cy="4696391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Function 2: displayPlaces(dataToRender) — Renders Cards in HTML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Accepts an array of place objects, builds HTML card elements using a forEach loop, and inserts them into #placesContainer.</a:t>
            </a:r>
          </a:p>
          <a:p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Find list of Niit in Anna Nagar ...">
            <a:extLst>
              <a:ext uri="{FF2B5EF4-FFF2-40B4-BE49-F238E27FC236}">
                <a16:creationId xmlns:a16="http://schemas.microsoft.com/office/drawing/2014/main" id="{205AA450-B415-997E-D522-234AC115A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1"/>
            <a:ext cx="1888760" cy="76449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8682F662-55CE-FB86-4006-9635D2D4AE00}"/>
              </a:ext>
            </a:extLst>
          </p:cNvPr>
          <p:cNvSpPr txBox="1">
            <a:spLocks/>
          </p:cNvSpPr>
          <p:nvPr/>
        </p:nvSpPr>
        <p:spPr>
          <a:xfrm>
            <a:off x="4736891" y="6400799"/>
            <a:ext cx="188876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13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8FEE330-480B-035B-7D6C-88CDB434BE1B}"/>
              </a:ext>
            </a:extLst>
          </p:cNvPr>
          <p:cNvSpPr txBox="1">
            <a:spLocks/>
          </p:cNvSpPr>
          <p:nvPr/>
        </p:nvSpPr>
        <p:spPr>
          <a:xfrm>
            <a:off x="244840" y="32083"/>
            <a:ext cx="9668656" cy="764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Town Trek – Local Guide Web Platform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65CD41-0AE5-6327-0A17-9D7A6E28B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127" y="2907483"/>
            <a:ext cx="10139262" cy="278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788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DFA81-A129-7D5E-BBC5-CB654F32B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76F78-640D-519D-73A6-11A18E8A9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9490"/>
            <a:ext cx="10515600" cy="593003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Execution &amp;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11D15-FD3D-C82D-F12A-958446114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840" y="1351482"/>
            <a:ext cx="11562149" cy="4696391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3: Form Event Listener — Adds a New Place (POST)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Listens for form submissions, validates that inputs are not empty, constructs a new data object, sends an HTTP POST request to json-server, and refreshes the card display..</a:t>
            </a:r>
          </a:p>
          <a:p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Find list of Niit in Anna Nagar ...">
            <a:extLst>
              <a:ext uri="{FF2B5EF4-FFF2-40B4-BE49-F238E27FC236}">
                <a16:creationId xmlns:a16="http://schemas.microsoft.com/office/drawing/2014/main" id="{500C4D7F-0DC6-6A97-CF83-963341E5D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1"/>
            <a:ext cx="1888760" cy="76449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C3DB40-D2B1-DFCF-9ED1-2622BB51BFBB}"/>
              </a:ext>
            </a:extLst>
          </p:cNvPr>
          <p:cNvSpPr txBox="1">
            <a:spLocks/>
          </p:cNvSpPr>
          <p:nvPr/>
        </p:nvSpPr>
        <p:spPr>
          <a:xfrm>
            <a:off x="4736891" y="6400799"/>
            <a:ext cx="188876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14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7A40309-BD7B-CAA4-0615-16534C782505}"/>
              </a:ext>
            </a:extLst>
          </p:cNvPr>
          <p:cNvSpPr txBox="1">
            <a:spLocks/>
          </p:cNvSpPr>
          <p:nvPr/>
        </p:nvSpPr>
        <p:spPr>
          <a:xfrm>
            <a:off x="244840" y="32083"/>
            <a:ext cx="9668656" cy="764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Town Trek – Local Guide Web Platform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159FE4-7B72-A79E-88BD-039712C25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606" y="2807368"/>
            <a:ext cx="9172510" cy="327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927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41B0B-7738-7C67-E8F3-E33AD45A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9CB50-0688-8832-EB5D-E28DF4AFF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9490"/>
            <a:ext cx="10515600" cy="593003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Execution &amp;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BC385-F373-21F5-9F06-0103911E8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925" y="1387485"/>
            <a:ext cx="11562149" cy="4696391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4: Filter Listener &amp; Initializer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Filters displayed places by selected category and boots up the app when the page finishes loading.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Find list of Niit in Anna Nagar ...">
            <a:extLst>
              <a:ext uri="{FF2B5EF4-FFF2-40B4-BE49-F238E27FC236}">
                <a16:creationId xmlns:a16="http://schemas.microsoft.com/office/drawing/2014/main" id="{882FBD4C-46EC-2648-D675-818945A99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1"/>
            <a:ext cx="1888760" cy="76449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3FEBDD23-3DB8-D8E5-340C-0008992DFBEE}"/>
              </a:ext>
            </a:extLst>
          </p:cNvPr>
          <p:cNvSpPr txBox="1">
            <a:spLocks/>
          </p:cNvSpPr>
          <p:nvPr/>
        </p:nvSpPr>
        <p:spPr>
          <a:xfrm>
            <a:off x="4736891" y="6400799"/>
            <a:ext cx="188876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15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0DFEEAF-AE58-1898-0DBB-29009E974EA7}"/>
              </a:ext>
            </a:extLst>
          </p:cNvPr>
          <p:cNvSpPr txBox="1">
            <a:spLocks/>
          </p:cNvSpPr>
          <p:nvPr/>
        </p:nvSpPr>
        <p:spPr>
          <a:xfrm>
            <a:off x="244840" y="32083"/>
            <a:ext cx="9668656" cy="764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Town Trek – Local Guide Web Platform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790AC5-A7ED-5785-712C-A2C5D6AB7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316" y="2711116"/>
            <a:ext cx="7972926" cy="354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049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39BE8-7DD4-AA13-96D8-ACC7EAF74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911" y="1094283"/>
            <a:ext cx="11932171" cy="505917"/>
          </a:xfrm>
        </p:spPr>
        <p:txBody>
          <a:bodyPr>
            <a:no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MORE CAN BE ADDED IN FUTURE: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712819-C499-8CF5-40B2-62365147E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911" y="1798820"/>
            <a:ext cx="11812249" cy="4407108"/>
          </a:xfrm>
        </p:spPr>
        <p:txBody>
          <a:bodyPr>
            <a:normAutofit/>
          </a:bodyPr>
          <a:lstStyle/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Integration: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 json-server with a persistent database like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handle real production data.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API Development: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Upgrade the mock REST API to a fully built backend server using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Node.js/Express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Spring Boot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Travel Assistant: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an AI chatbot (e.g., OpenAI API) to suggest personalized city itineraries based on user budget and interests.</a:t>
            </a:r>
          </a:p>
        </p:txBody>
      </p:sp>
      <p:pic>
        <p:nvPicPr>
          <p:cNvPr id="5" name="Picture 4" descr="Find list of Niit in Anna Nagar ...">
            <a:extLst>
              <a:ext uri="{FF2B5EF4-FFF2-40B4-BE49-F238E27FC236}">
                <a16:creationId xmlns:a16="http://schemas.microsoft.com/office/drawing/2014/main" id="{1576E4DD-FEF2-A3F1-A5A6-C0AA22B88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1"/>
            <a:ext cx="1888760" cy="76449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9902605B-6359-6F57-71A0-6AB4EFDECB31}"/>
              </a:ext>
            </a:extLst>
          </p:cNvPr>
          <p:cNvSpPr txBox="1">
            <a:spLocks/>
          </p:cNvSpPr>
          <p:nvPr/>
        </p:nvSpPr>
        <p:spPr>
          <a:xfrm>
            <a:off x="4736891" y="6400799"/>
            <a:ext cx="188876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16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A3F2D59-DE7B-6D8C-A323-494C89900458}"/>
              </a:ext>
            </a:extLst>
          </p:cNvPr>
          <p:cNvSpPr txBox="1">
            <a:spLocks/>
          </p:cNvSpPr>
          <p:nvPr/>
        </p:nvSpPr>
        <p:spPr>
          <a:xfrm>
            <a:off x="244840" y="32083"/>
            <a:ext cx="9668656" cy="764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Town Trek – Local Guide Web Platform</a:t>
            </a:r>
          </a:p>
        </p:txBody>
      </p:sp>
    </p:spTree>
    <p:extLst>
      <p:ext uri="{BB962C8B-B14F-4D97-AF65-F5344CB8AC3E}">
        <p14:creationId xmlns:p14="http://schemas.microsoft.com/office/powerpoint/2010/main" val="1915250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emo Images - Free Download on Magnific ...">
            <a:extLst>
              <a:ext uri="{FF2B5EF4-FFF2-40B4-BE49-F238E27FC236}">
                <a16:creationId xmlns:a16="http://schemas.microsoft.com/office/drawing/2014/main" id="{0193ECBA-BC94-1D4D-B820-CC94F3A6E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879" y="1510259"/>
            <a:ext cx="5726242" cy="4393236"/>
          </a:xfrm>
          <a:prstGeom prst="rect">
            <a:avLst/>
          </a:prstGeom>
        </p:spPr>
      </p:pic>
      <p:pic>
        <p:nvPicPr>
          <p:cNvPr id="5" name="Picture 4" descr="Find list of Niit in Anna Nagar ...">
            <a:extLst>
              <a:ext uri="{FF2B5EF4-FFF2-40B4-BE49-F238E27FC236}">
                <a16:creationId xmlns:a16="http://schemas.microsoft.com/office/drawing/2014/main" id="{91BD3EED-170D-0E70-DD22-333A47898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-1"/>
            <a:ext cx="1888760" cy="764499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13F68E52-6472-EDFD-72F0-C8F404EFA9C4}"/>
              </a:ext>
            </a:extLst>
          </p:cNvPr>
          <p:cNvSpPr txBox="1">
            <a:spLocks/>
          </p:cNvSpPr>
          <p:nvPr/>
        </p:nvSpPr>
        <p:spPr>
          <a:xfrm>
            <a:off x="4736891" y="6400799"/>
            <a:ext cx="188876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17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E73F1-89DB-48E6-8114-E5231081CED9}"/>
              </a:ext>
            </a:extLst>
          </p:cNvPr>
          <p:cNvSpPr txBox="1">
            <a:spLocks/>
          </p:cNvSpPr>
          <p:nvPr/>
        </p:nvSpPr>
        <p:spPr>
          <a:xfrm>
            <a:off x="244840" y="32083"/>
            <a:ext cx="9668656" cy="764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Town Trek – Local Guide Web Platform</a:t>
            </a:r>
          </a:p>
        </p:txBody>
      </p:sp>
      <p:pic>
        <p:nvPicPr>
          <p:cNvPr id="10" name="Picture 9" descr="ATLANTA BOTANICAL GARDEN - All You Need to Know BEFORE You Go 2026 (with Photos) - Tripadvisor">
            <a:extLst>
              <a:ext uri="{FF2B5EF4-FFF2-40B4-BE49-F238E27FC236}">
                <a16:creationId xmlns:a16="http://schemas.microsoft.com/office/drawing/2014/main" id="{7DBD8DA8-A96D-A52C-7E3F-6A212EEF5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840" y="1510259"/>
            <a:ext cx="2619072" cy="2069432"/>
          </a:xfrm>
          <a:prstGeom prst="rect">
            <a:avLst/>
          </a:prstGeom>
        </p:spPr>
      </p:pic>
      <p:pic>
        <p:nvPicPr>
          <p:cNvPr id="11" name="Picture 10" descr="10 great botanical gardens around the world: readers' tips | Parks and green spaces | The Guardian">
            <a:extLst>
              <a:ext uri="{FF2B5EF4-FFF2-40B4-BE49-F238E27FC236}">
                <a16:creationId xmlns:a16="http://schemas.microsoft.com/office/drawing/2014/main" id="{8052C1AA-0356-0ED4-240D-5FB982A832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8087" y="3769895"/>
            <a:ext cx="2619073" cy="2133600"/>
          </a:xfrm>
          <a:prstGeom prst="rect">
            <a:avLst/>
          </a:prstGeom>
        </p:spPr>
      </p:pic>
      <p:pic>
        <p:nvPicPr>
          <p:cNvPr id="12" name="Picture 11" descr="Hidden gems in Mumbai - Tripoto">
            <a:extLst>
              <a:ext uri="{FF2B5EF4-FFF2-40B4-BE49-F238E27FC236}">
                <a16:creationId xmlns:a16="http://schemas.microsoft.com/office/drawing/2014/main" id="{EE0E6778-E9F3-2BFE-4AB2-5FE7D1C3BF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967" y="3769896"/>
            <a:ext cx="2494945" cy="2630904"/>
          </a:xfrm>
          <a:prstGeom prst="rect">
            <a:avLst/>
          </a:prstGeom>
        </p:spPr>
      </p:pic>
      <p:pic>
        <p:nvPicPr>
          <p:cNvPr id="13" name="Picture 12" descr="The Top 10 'Hidden Gem' Restaurants, According to TripAdvisor Reviewers -  Business Insider">
            <a:extLst>
              <a:ext uri="{FF2B5EF4-FFF2-40B4-BE49-F238E27FC236}">
                <a16:creationId xmlns:a16="http://schemas.microsoft.com/office/drawing/2014/main" id="{F112955D-DAA7-F934-3BF9-1675FDE492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8087" y="1510259"/>
            <a:ext cx="2619073" cy="191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8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ind list of Niit in Anna Nagar ...">
            <a:extLst>
              <a:ext uri="{FF2B5EF4-FFF2-40B4-BE49-F238E27FC236}">
                <a16:creationId xmlns:a16="http://schemas.microsoft.com/office/drawing/2014/main" id="{B3389FD6-2B38-CF3E-B51F-123369690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-1"/>
            <a:ext cx="1888760" cy="76449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21191F42-8D82-E875-79F0-C7F2ABD6AA2A}"/>
              </a:ext>
            </a:extLst>
          </p:cNvPr>
          <p:cNvSpPr txBox="1">
            <a:spLocks/>
          </p:cNvSpPr>
          <p:nvPr/>
        </p:nvSpPr>
        <p:spPr>
          <a:xfrm>
            <a:off x="4736891" y="6400799"/>
            <a:ext cx="188876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18</a:t>
            </a:r>
          </a:p>
        </p:txBody>
      </p:sp>
      <p:pic>
        <p:nvPicPr>
          <p:cNvPr id="8" name="Picture 7" descr="Thank You Illustration PNG Transparent ...">
            <a:extLst>
              <a:ext uri="{FF2B5EF4-FFF2-40B4-BE49-F238E27FC236}">
                <a16:creationId xmlns:a16="http://schemas.microsoft.com/office/drawing/2014/main" id="{F8354212-29C9-E52E-B1DD-91E0A4757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633" y="1588957"/>
            <a:ext cx="7375160" cy="382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58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272</TotalTime>
  <Words>996</Words>
  <Application>Microsoft Office PowerPoint</Application>
  <PresentationFormat>Widescreen</PresentationFormat>
  <Paragraphs>100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Times New Roman</vt:lpstr>
      <vt:lpstr>Office Theme</vt:lpstr>
      <vt:lpstr>PowerPoint Presentation</vt:lpstr>
      <vt:lpstr>                               EXISTING TECHNIQUES:</vt:lpstr>
      <vt:lpstr>SOLUTION:</vt:lpstr>
      <vt:lpstr>REQUIREMENT</vt:lpstr>
      <vt:lpstr>File Structure</vt:lpstr>
      <vt:lpstr>Db.json (Database file)</vt:lpstr>
      <vt:lpstr>Index.html (Webpage Structure)</vt:lpstr>
      <vt:lpstr>Body Content Section</vt:lpstr>
      <vt:lpstr>PowerPoint Presentation</vt:lpstr>
      <vt:lpstr>PowerPoint Presentation</vt:lpstr>
      <vt:lpstr>JavaScript Execution &amp; logic</vt:lpstr>
      <vt:lpstr>JavaScript Execution &amp; logic</vt:lpstr>
      <vt:lpstr>JavaScript Execution &amp; logic</vt:lpstr>
      <vt:lpstr>JavaScript Execution &amp; logic</vt:lpstr>
      <vt:lpstr>JavaScript Execution &amp; logic</vt:lpstr>
      <vt:lpstr>WHAT MORE CAN BE ADDED IN FUTURE: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Mohanapriya P</dc:creator>
  <cp:lastModifiedBy>Mohanapriya P</cp:lastModifiedBy>
  <cp:revision>8</cp:revision>
  <dcterms:created xsi:type="dcterms:W3CDTF">2026-06-29T14:34:44Z</dcterms:created>
  <dcterms:modified xsi:type="dcterms:W3CDTF">2026-08-11T18:26:22Z</dcterms:modified>
</cp:coreProperties>
</file>